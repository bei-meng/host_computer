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FBAAB-A7FB-A8DF-F5B8-C7A144048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6313BD-DAD7-C923-185B-D5D5D4C90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1A11B-849B-0DE9-071A-62F5D793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2832D3-9495-F3F3-1952-0BB31FFB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A64624-8329-AEA3-9291-9AF54ABF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41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E0436-15DA-9C1A-0BA5-DE8FE507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B2674F-6CE6-26EB-5743-9E425B7A7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A8021B-C957-E6ED-ABF3-03E9D8D8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DDD24-1FBB-81DF-8407-2A67C18D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BCFE3-11AF-AA38-2A8E-D79631F3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63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F6AAE-16F1-4740-E0D3-AF7FCD25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78701F-1CE6-DC72-7C3C-04534207F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83FB76-8225-CDB8-8E41-5E7688AE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3284C0-1B38-846F-B77F-040DC975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6C605-87BE-AC69-193E-862019CB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692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C0E7F-208E-5CF9-6ACA-85FFCCE2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7F810-6118-75F3-D05C-FFBC8D97B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C87F55-92E5-2624-80F1-4DF55058E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3F6F6E-3D4E-CD59-7853-C1A39C6E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CC5AB6-C4DD-1FD2-40A4-B81A03AF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E20F6D-CCC7-1B04-40C6-3EEFE867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11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96540-A426-B644-757B-F82168A41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FED5B0-D3CB-830D-AA4D-1FF2508DC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914D5B-1C73-4A0D-0920-EEBC4F3C8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84CC2D-1AE4-2D23-11B4-D03E21BFF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CB1AFA-694B-6A22-7758-0685DF0E2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E42555-CEBD-387C-83E1-3A64B0B51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32B930-2689-5E85-274F-457C7217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4A1D4A-B014-3BFC-0254-804DE715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99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883EB-0278-8F1B-A695-61E4944A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B6D035-02DD-41CE-2490-EDB82D95E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4C821A-5B6D-859C-154B-CD59084F1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2E14C1-D3EF-EEFB-6AA0-6009ECED3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97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E594AF-C50B-0BBF-37E7-51F314EA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B7DF03-2422-BC23-F161-8044A996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80EC6C-AF83-2D84-03F1-871602823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166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72B87-9F88-2311-7ED8-C8DA5835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398C00-D63A-0671-6329-8E3CB21A5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7E46E2-3531-B709-77B2-90CA07418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D175A4-8A77-E859-9236-D985D00C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B5FBE1-2DCB-C055-FF6F-BE1B1020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4F2637-7052-8239-FB8B-3DFB5BE7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236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C99F8-367C-28EC-5C75-8AD3C97C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9EE937-2320-381A-274F-07F045DC5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77C877-9A47-9779-6DA4-1481E55FD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9E4304-F982-3BCA-F2F6-FA1F6F4F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D418B3-6FD6-0AD5-2598-76028AAC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855A17-AA31-7ACC-AD6A-591CA2BE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038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8A857-8F6E-BD79-E9B9-F68D97CE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E3F47D-C7AB-F643-150A-D62F77B6C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9F330-2F6D-4820-ACB8-B45B0741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E3ED2-0115-2F27-87FB-8198EFF2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CA7CA-F43F-8ED2-C747-C4D701E3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30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DB42B7-BCB0-7BA7-EAF5-242BF4C70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8C726D-EF98-B6FD-04CC-014D8CC04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1EC248-73FD-5741-7230-41F29978A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F2FAE-2836-FC95-AB25-CA5AC4FD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54CAB5-4A4B-0575-4B9C-EF51EF02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5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DF94F69-1228-C2FC-5AEB-16E151CF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059E64-E8FB-6B28-0938-F4F4660AE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810709-1B56-9286-A1AB-D957BBE19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7A217-6627-4A82-9214-9719AF95C415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B0757B-A99B-4B68-EF9E-770440783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04CDD-0326-25AD-F79C-D7837A9F0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31FC5-8B3D-49FF-8805-1A355B583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71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2A40798-2680-60F2-1408-06BCDE099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8055" y="1714268"/>
            <a:ext cx="4369472" cy="449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99AA7D8-488B-E070-92CD-6E9D5EB64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644" y="1714268"/>
            <a:ext cx="6880572" cy="500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250BDE0-D7DE-C540-E6DE-ED4C25FB4035}"/>
              </a:ext>
            </a:extLst>
          </p:cNvPr>
          <p:cNvSpPr txBox="1"/>
          <p:nvPr/>
        </p:nvSpPr>
        <p:spPr>
          <a:xfrm>
            <a:off x="152400" y="136308"/>
            <a:ext cx="6248400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索引映射信息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阵列大小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256*256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列均分为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2447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65EADE-2BE5-EFD0-5210-697855758A77}"/>
              </a:ext>
            </a:extLst>
          </p:cNvPr>
          <p:cNvSpPr txBox="1"/>
          <p:nvPr/>
        </p:nvSpPr>
        <p:spPr>
          <a:xfrm>
            <a:off x="152400" y="184849"/>
            <a:ext cx="6463145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列的映射，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的映射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bank_mask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8bit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的二进制数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index_mask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的二进制数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tia_mask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16bit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的二进制数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4ECAB9D-A14E-A831-C146-835DE02E3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815" y="2047875"/>
            <a:ext cx="1048702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86C2210-281E-EFD3-F3D7-320406223FC4}"/>
              </a:ext>
            </a:extLst>
          </p:cNvPr>
          <p:cNvSpPr txBox="1"/>
          <p:nvPr/>
        </p:nvSpPr>
        <p:spPr>
          <a:xfrm>
            <a:off x="152400" y="4510548"/>
            <a:ext cx="6463145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使用指令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set_row_bank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使用指令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set_col_bank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</a:p>
        </p:txBody>
      </p:sp>
    </p:spTree>
    <p:extLst>
      <p:ext uri="{BB962C8B-B14F-4D97-AF65-F5344CB8AC3E}">
        <p14:creationId xmlns:p14="http://schemas.microsoft.com/office/powerpoint/2010/main" val="1985559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6B75A-3F61-10DD-6101-42B2DBC7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7A50C7-6013-A06A-FE7D-52194B5C5ADE}"/>
              </a:ext>
            </a:extLst>
          </p:cNvPr>
          <p:cNvSpPr txBox="1"/>
          <p:nvPr/>
        </p:nvSpPr>
        <p:spPr>
          <a:xfrm>
            <a:off x="152400" y="184849"/>
            <a:ext cx="8859982" cy="6275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读操作（从行读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或从列读）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配置电压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set_daci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配置对应通道的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电压，即读电压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电压设置为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从行读需要配置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ROW_VA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0.1v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从列读需要配置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COL_VA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0.1v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（根据选中的行列去配置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使用指令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set_row_bank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（根据选中的行列去配置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使用指令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set_col_bank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从行读使用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read_row_tia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，这个指令是将结果存到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dout_ram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从列读使用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read_col_tia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这个指令是将结果存到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dout_ram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从行读使用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read_row_tia_reg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这个指令是将结果存到一个寄存器变量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从列读使用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read_col_tia_reg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这个指令是将结果存到一个寄存器变量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435E2C-C62D-DD86-CD06-455080FC29D3}"/>
              </a:ext>
            </a:extLst>
          </p:cNvPr>
          <p:cNvSpPr txBox="1"/>
          <p:nvPr/>
        </p:nvSpPr>
        <p:spPr>
          <a:xfrm>
            <a:off x="8104908" y="184849"/>
            <a:ext cx="3553691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RERAM_TG = [6]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RERAM_ROW_VA = [8]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dirty="0">
                <a:effectLst/>
                <a:latin typeface="Consolas" panose="020B0609020204030204" pitchFamily="49" charset="0"/>
              </a:rPr>
              <a:t>RERAM_COL_VA = [10]</a:t>
            </a:r>
          </a:p>
        </p:txBody>
      </p:sp>
    </p:spTree>
    <p:extLst>
      <p:ext uri="{BB962C8B-B14F-4D97-AF65-F5344CB8AC3E}">
        <p14:creationId xmlns:p14="http://schemas.microsoft.com/office/powerpoint/2010/main" val="173482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CD45-727E-4536-C54D-AE8CFB7F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0A7BD4-3DE9-CB9B-8991-075990CD766E}"/>
              </a:ext>
            </a:extLst>
          </p:cNvPr>
          <p:cNvSpPr txBox="1"/>
          <p:nvPr/>
        </p:nvSpPr>
        <p:spPr>
          <a:xfrm>
            <a:off x="152400" y="184849"/>
            <a:ext cx="6463145" cy="5444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配置电压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set_daci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配置对应通道的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电压，即写电压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根据要写的值配置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ROW_VA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3v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COL_VA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2v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（根据选中的行列去配置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使用指令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set_row_bank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（根据选中的行列去配置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使用指令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set_col_bank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bank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write_row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write_col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326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50736-A059-B06D-0F55-B3FE1156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6577DFC-4515-C796-77A9-7BD98D760A81}"/>
              </a:ext>
            </a:extLst>
          </p:cNvPr>
          <p:cNvSpPr txBox="1"/>
          <p:nvPr/>
        </p:nvSpPr>
        <p:spPr>
          <a:xfrm>
            <a:off x="152399" y="0"/>
            <a:ext cx="9074727" cy="46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write_verify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写验证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误差阈值为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threshold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当前写验证次数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次，就跳转至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读对应器件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与目标值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if a &lt; target - threshold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，跳转至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与目标值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if a &gt; target + threshold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，跳转至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在误差阈值范围内，跳转至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写电压加一点，执行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写操作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然后跳转至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写操作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写电压减一点，再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写操作，然后跳转至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执行下一个点的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write_verify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8DF708-0E02-5F2D-8984-276DAE29D4B8}"/>
              </a:ext>
            </a:extLst>
          </p:cNvPr>
          <p:cNvSpPr txBox="1"/>
          <p:nvPr/>
        </p:nvSpPr>
        <p:spPr>
          <a:xfrm>
            <a:off x="152399" y="4570278"/>
            <a:ext cx="9809019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资源（总共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din_ram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ram):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256*32bit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（后面会扩展）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ins_ram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ram):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条指令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dout_ram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ram):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256*256bit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可以假设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din_ram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已经预先存放好任何需要的数据，但是要说明存放的位置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539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586</Words>
  <Application>Microsoft Office PowerPoint</Application>
  <PresentationFormat>宽屏</PresentationFormat>
  <Paragraphs>58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Consolas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雪皓 熊</dc:creator>
  <cp:lastModifiedBy>雪皓 熊</cp:lastModifiedBy>
  <cp:revision>11</cp:revision>
  <dcterms:created xsi:type="dcterms:W3CDTF">2025-02-25T07:46:05Z</dcterms:created>
  <dcterms:modified xsi:type="dcterms:W3CDTF">2025-02-26T02:20:55Z</dcterms:modified>
</cp:coreProperties>
</file>